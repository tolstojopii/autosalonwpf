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/>
  </p:normalViewPr>
  <p:slideViewPr>
    <p:cSldViewPr snapToGrid="0">
      <p:cViewPr varScale="1">
        <p:scale>
          <a:sx n="60" d="100"/>
          <a:sy n="60" d="100"/>
        </p:scale>
        <p:origin x="150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31959" y="1235242"/>
            <a:ext cx="8229599" cy="1668379"/>
          </a:xfrm>
        </p:spPr>
        <p:txBody>
          <a:bodyPr/>
          <a:lstStyle/>
          <a:p>
            <a:r>
              <a:rPr lang="ru-RU" dirty="0"/>
              <a:t>Авто-салон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37145" y="5483233"/>
            <a:ext cx="8825658" cy="861420"/>
          </a:xfrm>
        </p:spPr>
        <p:txBody>
          <a:bodyPr/>
          <a:lstStyle/>
          <a:p>
            <a:r>
              <a:rPr lang="ru-RU" dirty="0"/>
              <a:t>ОТ СТУДЕНТОВ КУРСКОГО ГОСУДАРСТВЕННОГО ПОЛИТЕХНИЧЕСКОГО КОЛЛЕДЖА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8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ru-RU" b="1" dirty="0"/>
              <a:t>Введение</a:t>
            </a:r>
            <a:endParaRPr lang="en-US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2105" y="2550695"/>
            <a:ext cx="11261558" cy="2654968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Данный проект представляет собой информационную систему для автосалона. В рамках анализа рассматриваются основные сущности предметной области: автомобили, клиенты, продажи, пользователи и справочники, а также и функциональные возможности, реализованные в приложении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3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3370" y="0"/>
            <a:ext cx="10090483" cy="1668379"/>
          </a:xfrm>
        </p:spPr>
        <p:txBody>
          <a:bodyPr/>
          <a:lstStyle/>
          <a:p>
            <a:r>
              <a:rPr lang="ru-RU" dirty="0"/>
              <a:t>Участники команды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21166" y="2141992"/>
            <a:ext cx="4884897" cy="1122207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chemeClr val="tx1">
                    <a:lumMod val="75000"/>
                  </a:schemeClr>
                </a:solidFill>
              </a:rPr>
              <a:t>Головин Александр Евгеньевич</a:t>
            </a:r>
            <a:endParaRPr lang="en-US" sz="2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936001" y="3747925"/>
            <a:ext cx="4598525" cy="14283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Жихарев Александр никитич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924799" y="3737812"/>
            <a:ext cx="3090606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Евсеев Игорь сергеевич 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9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3370" y="0"/>
            <a:ext cx="10090483" cy="1668379"/>
          </a:xfrm>
        </p:spPr>
        <p:txBody>
          <a:bodyPr/>
          <a:lstStyle/>
          <a:p>
            <a:r>
              <a:rPr lang="ru-RU" dirty="0"/>
              <a:t>Участники команды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17419" y="1668379"/>
            <a:ext cx="4884897" cy="1122207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sz="2800" b="1" dirty="0">
                <a:solidFill>
                  <a:schemeClr val="tx1">
                    <a:lumMod val="75000"/>
                  </a:schemeClr>
                </a:solidFill>
              </a:rPr>
              <a:t>Головин Александр Евгеньевич</a:t>
            </a:r>
          </a:p>
          <a:p>
            <a:pPr algn="ctr"/>
            <a:r>
              <a:rPr lang="ru-RU" sz="2800" b="1" dirty="0">
                <a:solidFill>
                  <a:srgbClr val="00B050"/>
                </a:solidFill>
              </a:rPr>
              <a:t>Программист-разработчик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422654" y="3737810"/>
            <a:ext cx="4598525" cy="2101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Жихарев Александр никитич</a:t>
            </a:r>
          </a:p>
          <a:p>
            <a:pPr algn="ctr"/>
            <a:r>
              <a:rPr lang="ru-RU" sz="3200" b="1" dirty="0">
                <a:solidFill>
                  <a:srgbClr val="00B050"/>
                </a:solidFill>
              </a:rPr>
              <a:t>Проектировщик системы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587917" y="3336758"/>
            <a:ext cx="4475746" cy="23528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Евсеев Игорь сергеевич </a:t>
            </a:r>
          </a:p>
          <a:p>
            <a:pPr algn="ctr"/>
            <a:r>
              <a:rPr lang="ru-RU" sz="3200" b="1" dirty="0">
                <a:solidFill>
                  <a:srgbClr val="00B050"/>
                </a:solidFill>
              </a:rPr>
              <a:t>Специалист по тестированию системы</a:t>
            </a:r>
            <a:r>
              <a:rPr lang="en-US" sz="3200" b="1" dirty="0">
                <a:solidFill>
                  <a:srgbClr val="00B050"/>
                </a:solidFill>
              </a:rPr>
              <a:t> &amp;</a:t>
            </a:r>
            <a:br>
              <a:rPr lang="en-US" sz="3200" b="1" dirty="0">
                <a:solidFill>
                  <a:srgbClr val="00B050"/>
                </a:solidFill>
              </a:rPr>
            </a:br>
            <a:r>
              <a:rPr lang="ru-RU" dirty="0"/>
              <a:t>Тимлид-менеджер</a:t>
            </a:r>
            <a:endParaRPr lang="ru-RU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4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6994358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Руководитель команды: </a:t>
            </a:r>
            <a:r>
              <a:rPr lang="ru-RU" sz="3200" b="1" dirty="0">
                <a:solidFill>
                  <a:srgbClr val="00B050"/>
                </a:solidFill>
              </a:rPr>
              <a:t>Евсеев Игорь сергеевич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92739" y="2201597"/>
            <a:ext cx="7454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Общее количество задач в проекте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955476" y="2201597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22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92739" y="2847928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92739" y="3494259"/>
            <a:ext cx="66634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Число задач выполненных </a:t>
            </a:r>
            <a:r>
              <a:rPr lang="ru-RU" sz="3600" b="1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р.к</a:t>
            </a:r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.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996188" y="284792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22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013444" y="3494259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8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92739" y="4140590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9057266" y="4356033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110%</a:t>
            </a:r>
            <a:endParaRPr lang="en-US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3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6994358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Проектировщик Системы </a:t>
            </a:r>
            <a:r>
              <a:rPr lang="ru-RU" sz="3200" b="1" dirty="0">
                <a:solidFill>
                  <a:srgbClr val="00B050"/>
                </a:solidFill>
              </a:rPr>
              <a:t>ЖИХАРЕВ АЛЕКСАНДР НИКИТИЧ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24823" y="1837276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114911" y="1837275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6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4823" y="2599222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658055" y="2814665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100%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24823" y="4018948"/>
            <a:ext cx="74549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Цель работы: </a:t>
            </a:r>
            <a:r>
              <a:rPr lang="ru-RU" sz="3200" b="1" dirty="0">
                <a:solidFill>
                  <a:srgbClr val="FFFF00"/>
                </a:solidFill>
              </a:rPr>
              <a:t>составление диаграмм, руководств, словаря данных и описание требований и функционала системы 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15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8129914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ПРОГРАММИСТ-РАЗРАБОТЧИК </a:t>
            </a:r>
            <a:r>
              <a:rPr lang="ru-RU" sz="3200" b="1" dirty="0" err="1">
                <a:solidFill>
                  <a:srgbClr val="00B050"/>
                </a:solidFill>
              </a:rPr>
              <a:t>головин</a:t>
            </a:r>
            <a:r>
              <a:rPr lang="ru-RU" sz="3200" b="1" dirty="0">
                <a:solidFill>
                  <a:srgbClr val="00B050"/>
                </a:solidFill>
              </a:rPr>
              <a:t> АЛЕКСАНДР ЕВГЕНЬЕВИЧ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24823" y="1837276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114911" y="1853317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7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4823" y="2599222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658055" y="2814665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105%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24823" y="4018948"/>
            <a:ext cx="74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Цель работы: </a:t>
            </a:r>
            <a:r>
              <a:rPr lang="ru-RU" sz="3200" b="1" dirty="0">
                <a:solidFill>
                  <a:srgbClr val="FFFF00"/>
                </a:solidFill>
              </a:rPr>
              <a:t>Разработка общего функционала модулей, создание проекта и базы данных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75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ru-RU" sz="4800" b="1" dirty="0"/>
              <a:t>Описание функционала продукта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7095" y="2566737"/>
            <a:ext cx="11261558" cy="3031958"/>
          </a:xfrm>
        </p:spPr>
        <p:txBody>
          <a:bodyPr>
            <a:noAutofit/>
          </a:bodyPr>
          <a:lstStyle/>
          <a:p>
            <a:r>
              <a:rPr lang="ru-RU" sz="2400" b="1" dirty="0"/>
              <a:t>Система «Автосалон» предоставляет два вида ролей</a:t>
            </a:r>
            <a:br>
              <a:rPr lang="ru-RU" sz="2400" b="1" dirty="0"/>
            </a:br>
            <a:r>
              <a:rPr lang="ru-RU" sz="2400" b="1" dirty="0"/>
              <a:t>Администратор управляет каталогом автомобилей (добавление, редактирование), списком клиентов (просмотр, поиск, удаление) и продажами (добавление, просмотр).</a:t>
            </a:r>
            <a:br>
              <a:rPr lang="ru-RU" sz="2400" b="1" dirty="0"/>
            </a:br>
            <a:r>
              <a:rPr lang="ru-RU" sz="2400" b="1" dirty="0"/>
              <a:t>Клиент только просматривает автомобили с фильтрацией по производителю, поиском и сортировкой.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23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en-US" sz="4800" b="1" dirty="0"/>
              <a:t>ER-</a:t>
            </a:r>
            <a:r>
              <a:rPr lang="ru-RU" sz="4800" b="1" dirty="0"/>
              <a:t>диаграмма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550569"/>
            <a:ext cx="11261558" cy="3031958"/>
          </a:xfrm>
        </p:spPr>
        <p:txBody>
          <a:bodyPr>
            <a:noAutofit/>
          </a:bodyPr>
          <a:lstStyle/>
          <a:p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mermaid.live/edit#pako:eNqdVd1u0zAUfpXI112VpE1_cle2IqrRMW0VEqg3JnFTi8QOtgOUrtLGFXd7FTR1YhJovELyRthJuvysZQVLUZJjf-fnO99JlsChLgI2QOwIQ4_BYEo0uRj1kXZxcXBAl1rEEeOarU1BfBf_im_j2-TrFJTOLbNntc6HZ6PBSw272ulxYX09ODt8MTjTCAxQZl1NSfaQOd_bg089TB6bQ8j5J8rcYmd0MkmTk36eH9dieoi4iG3Kc3yMiMjqu49_J5eywrW8fibX5UpzUCnTNLKib99aA0iiGXRExIroIaNu5OThVfB7SfKP-Ebe1_FdEb6C_Q_C1ToaTIYaF5AJF4p6cptEqnmFcyrojt5vR3AoFVGqZh1_V6DkKrmuA_cuQ2Dhl-oYvzoZvpHMc_H4qIu4w3AoMN0ikwBiggPolXw9G000zCWx-COqqqfM-DYVVRh6shTlMUeUnFU0rByFUMxrcXJ97mA5uZIc30iGL5NvGdMblnPc3iTPMOOiKpiHqYO7dmS-jJJFgJ2azN5hJuYuXBTmyWg8PJ8MxqcaQx7mgkHVJIG3uUWyU_5WigiqDWA2l-kY_gurZR6fpKhIXZ0vhufvjVU7HyIoSxSLqjVrTVlUoAE8qTJgCxahBggQkwzIV5DmNgVijiRPQHXchey96rHChJC8pTTYwBiNvDmwZ9Dn8i0KVab5Z_3hSErXIY2IALZpGqkPYC_BZ2C32kaz3-r3rFbPNHVTN6wGWADb6PSblt7vtXWjq1um3lk1wJc0qt7sGrrVbfc6lsQa8tYAyMWCsnH2V0l_Lqs_V6QC9g</a:t>
            </a:r>
          </a:p>
        </p:txBody>
      </p:sp>
      <p:sp>
        <p:nvSpPr>
          <p:cNvPr id="4" name="AutoShape 2" descr="image.png">
            <a:extLst>
              <a:ext uri="{FF2B5EF4-FFF2-40B4-BE49-F238E27FC236}">
                <a16:creationId xmlns:a16="http://schemas.microsoft.com/office/drawing/2014/main" id="{3DE07A1E-DA22-4F93-A493-544A99B02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55032" y="-1511968"/>
            <a:ext cx="5093368" cy="509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1436A0-F997-468A-B5BD-F3E5B29A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79" y="635641"/>
            <a:ext cx="4722572" cy="488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8229599" cy="1668379"/>
          </a:xfrm>
        </p:spPr>
        <p:txBody>
          <a:bodyPr/>
          <a:lstStyle/>
          <a:p>
            <a:r>
              <a:rPr lang="en-US" sz="4800" b="1" dirty="0"/>
              <a:t>USE case </a:t>
            </a:r>
            <a:r>
              <a:rPr lang="ru-RU" sz="4800" b="1" dirty="0"/>
              <a:t>диаграмма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454316"/>
            <a:ext cx="11261558" cy="3031958"/>
          </a:xfrm>
        </p:spPr>
        <p:txBody>
          <a:bodyPr>
            <a:noAutofit/>
          </a:bodyPr>
          <a:lstStyle/>
          <a:p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mermaid.live/edit#pako:eNqNVctu2kAU_RVr1oR4wA_sRRel2-7Kpjiq3NgB1GAjY9QHQiKkj0UjJaq6qqq2Un-A0iS1gJBfuPNHvWOPix1MiiV8xzP3nHvm3DEekkPfcYlJjo79l4dtOwilJw8tT8KrP3jeCuxeW4ILmLMJXLEx-5gs8Qu-wAIiuIIbNsnMfuUz-LuEa47IrFzg3BIRNxCxEzZhY5gi6yrNcT3H8u5UbvTdut13-8-KizXqtAk_cPZ3hvI9js8PskmVJnxi72AFlxLMJHaSJCNsyU5zidUmfEeOFaYs8Y58EsxjlVMsv8IyU4lLhhlOjnnMwRWE4ySyw1yCSGJvUfKCnWWF3YdXC8onUtEkpIokuEXQnJ0m8WAX47b2o1HXdvVF3xSGw9tkp-gJ3v51Z2NXtSZ8xslf6OEM07gaTN1HPi5qGh-tKHEDn-LFPOE0R2dkTN4vdPheNVRuwjeEcUeXaznobCyBC7rmrVt3KV-e0h2atKbaqUX_eTFE4Z1PMcVj_DMWkXM8OTxoFvwRe-PgBTvntfMESjFBvK1CgLoFkHFxE6RtkxnXiVDmLLYx2i604GDG4QMe9WzvM_5n_0mkvb0HnEbEiohVERURVYG88yqJVU1EXcSaiEbKLqcDKni29jtNTIXQVAlNpVA1HaRlqU5KpBV0HGKGwcAtka4bdG3-SIa8nkXCttt1LWLi0LGDFxaxvBFierb31Pe7KSzwB602MY_s4z4-DXqOHbqPOjae1XUK2ugGdX_ghcSkckxBzCF5RcyqopSNqlHTqVJRacXQ1RJ5jUmaUVZlo6bIVJfViqyNSuRNXFQu61RWdaWmqVWFUgwl4jqd0A8eJ9-j-LM0-gsYFD7o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773DD3-424B-47BE-8E46-CC9CB6A93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77" y="1267533"/>
            <a:ext cx="4786202" cy="418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54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04693"/>
            <a:ext cx="8229599" cy="1668379"/>
          </a:xfrm>
        </p:spPr>
        <p:txBody>
          <a:bodyPr/>
          <a:lstStyle/>
          <a:p>
            <a:r>
              <a:rPr lang="ru-RU" sz="4800" b="1" dirty="0"/>
              <a:t>Скриншоты программного продукта</a:t>
            </a:r>
            <a:endParaRPr lang="en-US" sz="48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F32B46-6A52-4438-ACE7-3D1DDD86A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36" y="1563686"/>
            <a:ext cx="3965595" cy="21291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EF0E34-2CFA-4CB7-ABB3-1C49BBC1D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595" y="1563686"/>
            <a:ext cx="3965595" cy="209191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08E007-5BEA-4589-B4F6-F463F61AE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526" y="1554678"/>
            <a:ext cx="3965595" cy="211071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C5FBC8-CC71-417E-ABCF-97E0AAFCC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336" y="4426810"/>
            <a:ext cx="4632905" cy="243119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2A1733-047F-413F-91E5-E1109C7E0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1621" y="4041630"/>
            <a:ext cx="6240379" cy="28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18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308</Words>
  <Application>Microsoft Office PowerPoint</Application>
  <PresentationFormat>Широкоэкранный</PresentationFormat>
  <Paragraphs>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Ион</vt:lpstr>
      <vt:lpstr>Авто-салон</vt:lpstr>
      <vt:lpstr>Введение</vt:lpstr>
      <vt:lpstr>Участники команды</vt:lpstr>
      <vt:lpstr>Участники команды</vt:lpstr>
      <vt:lpstr>Презентация PowerPoint</vt:lpstr>
      <vt:lpstr>Презентация PowerPoint</vt:lpstr>
      <vt:lpstr>Презентация PowerPoint</vt:lpstr>
      <vt:lpstr>Описание функционала продукта</vt:lpstr>
      <vt:lpstr>ER-диаграмма</vt:lpstr>
      <vt:lpstr>USE case диаграмма</vt:lpstr>
      <vt:lpstr>Скриншоты программного продукта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Авто-салон</dc:title>
  <dc:creator>student21</dc:creator>
  <cp:lastModifiedBy>admin</cp:lastModifiedBy>
  <cp:revision>6</cp:revision>
  <dcterms:created xsi:type="dcterms:W3CDTF">2026-04-02T09:35:58Z</dcterms:created>
  <dcterms:modified xsi:type="dcterms:W3CDTF">2026-04-05T20:57:51Z</dcterms:modified>
</cp:coreProperties>
</file>